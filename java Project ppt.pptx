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024200" y="1022040"/>
            <a:ext cx="9719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92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D0000F-BF6D-4664-B053-26AE24404F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024200" y="1022040"/>
            <a:ext cx="9719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92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1BB5CCF-5317-4F8A-9E38-31BECAE0E3D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024200" y="1022040"/>
            <a:ext cx="9719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92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A564FB1-DDF9-44E6-B0F8-6FB640F6F1D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024200" y="1022040"/>
            <a:ext cx="9719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92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FB83A0A-428F-45E8-8C83-46E1172A42D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024200" y="1022040"/>
            <a:ext cx="9719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92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B780016-AB93-41BB-A076-5989F11628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0" name="Straight Connector 6"/>
          <p:cNvCxnSpPr/>
          <p:nvPr/>
        </p:nvCxnSpPr>
        <p:spPr>
          <a:xfrm flipV="1">
            <a:off x="761760" y="826200"/>
            <a:ext cx="720" cy="91512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1" name="Rectangle 9"/>
          <p:cNvSpPr/>
          <p:nvPr/>
        </p:nvSpPr>
        <p:spPr>
          <a:xfrm>
            <a:off x="0" y="0"/>
            <a:ext cx="12191400" cy="457128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" name="Oval 5"/>
          <p:cNvSpPr/>
          <p:nvPr/>
        </p:nvSpPr>
        <p:spPr>
          <a:xfrm>
            <a:off x="0" y="0"/>
            <a:ext cx="12191400" cy="4571280"/>
          </a:xfrm>
          <a:custGeom>
            <a:avLst/>
            <a:gdLst>
              <a:gd name="textAreaLeft" fmla="*/ 0 w 12191400"/>
              <a:gd name="textAreaRight" fmla="*/ 12192120 w 12191400"/>
              <a:gd name="textAreaTop" fmla="*/ 0 h 4571280"/>
              <a:gd name="textAreaBottom" fmla="*/ 4572000 h 4571280"/>
            </a:gdLst>
            <a:ahLst/>
            <a:cxnLst/>
            <a:rect l="textAreaLeft" t="textAreaTop" r="textAreaRight" b="textAreaBottom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3" name="Straight Connector 7"/>
          <p:cNvCxnSpPr/>
          <p:nvPr/>
        </p:nvCxnSpPr>
        <p:spPr>
          <a:xfrm flipV="1">
            <a:off x="8386560" y="5263920"/>
            <a:ext cx="720" cy="915120"/>
          </a:xfrm>
          <a:prstGeom prst="straightConnector1">
            <a:avLst/>
          </a:prstGeom>
          <a:ln w="19080">
            <a:solidFill>
              <a:srgbClr val="1cade4">
                <a:lumMod val="75000"/>
              </a:srgbClr>
            </a:solidFill>
            <a:round/>
          </a:ln>
        </p:spPr>
      </p:cxn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024200" y="1197360"/>
            <a:ext cx="9719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1024200" y="2286000"/>
            <a:ext cx="97192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1"/>
          </p:nvPr>
        </p:nvSpPr>
        <p:spPr>
          <a:xfrm>
            <a:off x="4843080" y="6470640"/>
            <a:ext cx="59007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sldNum" idx="2"/>
          </p:nvPr>
        </p:nvSpPr>
        <p:spPr>
          <a:xfrm>
            <a:off x="10837440" y="6470640"/>
            <a:ext cx="97308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0FB0F37A-247F-429C-8385-F5C64C610DDC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dt" idx="3"/>
          </p:nvPr>
        </p:nvSpPr>
        <p:spPr>
          <a:xfrm>
            <a:off x="1024200" y="6470640"/>
            <a:ext cx="21535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6"/>
          <p:cNvCxnSpPr/>
          <p:nvPr/>
        </p:nvCxnSpPr>
        <p:spPr>
          <a:xfrm flipV="1">
            <a:off x="761760" y="826200"/>
            <a:ext cx="720" cy="91512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024200" y="1197360"/>
            <a:ext cx="9719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024200" y="2286000"/>
            <a:ext cx="97192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4"/>
          </p:nvPr>
        </p:nvSpPr>
        <p:spPr>
          <a:xfrm>
            <a:off x="4843080" y="6470640"/>
            <a:ext cx="59007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5"/>
          </p:nvPr>
        </p:nvSpPr>
        <p:spPr>
          <a:xfrm>
            <a:off x="10837440" y="6470640"/>
            <a:ext cx="97308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33A01E35-833D-4649-9449-2933BECD3E7E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6"/>
          </p:nvPr>
        </p:nvSpPr>
        <p:spPr>
          <a:xfrm>
            <a:off x="1024200" y="6470640"/>
            <a:ext cx="21535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6"/>
          <p:cNvCxnSpPr/>
          <p:nvPr/>
        </p:nvCxnSpPr>
        <p:spPr>
          <a:xfrm flipV="1">
            <a:off x="761760" y="826200"/>
            <a:ext cx="720" cy="91512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cxnSp>
        <p:nvCxnSpPr>
          <p:cNvPr id="20" name="Straight Connector 6"/>
          <p:cNvCxnSpPr/>
          <p:nvPr/>
        </p:nvCxnSpPr>
        <p:spPr>
          <a:xfrm>
            <a:off x="9601200" y="516240"/>
            <a:ext cx="915120" cy="72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9280" cy="149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vert="eaVert">
            <a:noAutofit/>
          </a:bodyPr>
          <a:p>
            <a:pPr indent="0">
              <a:buNone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1024200" y="2286000"/>
            <a:ext cx="97192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7"/>
          </p:nvPr>
        </p:nvSpPr>
        <p:spPr>
          <a:xfrm>
            <a:off x="4843080" y="6470640"/>
            <a:ext cx="59007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8"/>
          </p:nvPr>
        </p:nvSpPr>
        <p:spPr>
          <a:xfrm>
            <a:off x="10837440" y="6470640"/>
            <a:ext cx="97308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B881237C-57CD-4554-BA2C-C0911F42F54E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dt" idx="9"/>
          </p:nvPr>
        </p:nvSpPr>
        <p:spPr>
          <a:xfrm>
            <a:off x="1024200" y="6470640"/>
            <a:ext cx="21535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Straight Connector 6"/>
          <p:cNvCxnSpPr/>
          <p:nvPr/>
        </p:nvCxnSpPr>
        <p:spPr>
          <a:xfrm flipV="1">
            <a:off x="761760" y="826200"/>
            <a:ext cx="720" cy="91512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024200" y="1197360"/>
            <a:ext cx="9719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024200" y="2286000"/>
            <a:ext cx="97192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0"/>
          </p:nvPr>
        </p:nvSpPr>
        <p:spPr>
          <a:xfrm>
            <a:off x="4843080" y="6470640"/>
            <a:ext cx="59007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1"/>
          </p:nvPr>
        </p:nvSpPr>
        <p:spPr>
          <a:xfrm>
            <a:off x="10837440" y="6470640"/>
            <a:ext cx="97308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649F8E62-E5FD-4ED5-A667-5B1116485CAC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dt" idx="12"/>
          </p:nvPr>
        </p:nvSpPr>
        <p:spPr>
          <a:xfrm>
            <a:off x="1024200" y="6470640"/>
            <a:ext cx="21535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  <p:sldLayoutId id="2147483656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0080" y="0"/>
            <a:ext cx="4069080" cy="68572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09960" y="640080"/>
            <a:ext cx="3429000" cy="561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4699800" y="2106360"/>
            <a:ext cx="7171560" cy="37443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Project Title: Digital Note Organizer with File Storage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Course: java Programming Mini Project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Student Name &amp; Roll No: Santhanalakshmi, 25bcs145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Department: Computer Science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Mentor / Guide: Mr. Aravind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5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4699800" y="233280"/>
            <a:ext cx="6743160" cy="1685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4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440" cy="588024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Introduction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45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8320" cy="588024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cxnSp>
        <p:nvCxnSpPr>
          <p:cNvPr id="46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720" cy="91512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3060000" y="2025720"/>
            <a:ext cx="7922520" cy="35539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A Digital Note Organizer with File Storage is an application used to create, store, and manage notes digitally. It helps users organize information efficiently and access files easily through a simple and user-friendly interface.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The application is developed using Java Swing, offering a user-friendly interface for smooth interaction. This project demonstrates how technology can simplify everyday tasks like note-taking and file management.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" name="Picture 6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400" cy="4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itle 1"/>
          <p:cNvSpPr/>
          <p:nvPr/>
        </p:nvSpPr>
        <p:spPr>
          <a:xfrm>
            <a:off x="566280" y="590040"/>
            <a:ext cx="1877400" cy="56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  <a:ea typeface="DejaVu Sans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51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440" cy="588024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Objective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53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8320" cy="588024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cxnSp>
        <p:nvCxnSpPr>
          <p:cNvPr id="54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720" cy="91512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3469320" y="2489040"/>
            <a:ext cx="7922520" cy="35539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The objective of this project is to develop a user-friendly application that allows users to create, organize, and store notes along with files digitally, making information management easy, secure, and efficient.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It also ensures quick access, better data management, and a more convenient way to handle daily notes and documents.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400" cy="4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itle 1"/>
          <p:cNvSpPr/>
          <p:nvPr/>
        </p:nvSpPr>
        <p:spPr>
          <a:xfrm>
            <a:off x="566280" y="590040"/>
            <a:ext cx="1877400" cy="56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  <a:ea typeface="DejaVu Sans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5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440" cy="588024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Problem Statement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61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8320" cy="588024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cxnSp>
        <p:nvCxnSpPr>
          <p:cNvPr id="62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720" cy="91512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3469320" y="2489040"/>
            <a:ext cx="7922520" cy="35539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Managing notes and important files manually or across scattered digital tools is time-consuming, disorganized, and prone to loss. There is a need for a simple, secure, and centralized system to efficiently create, store, and access notes and files.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Existing systems lack a centralized, secure, and easy-to-use platform for notes and file management.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400" cy="4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Title 1"/>
          <p:cNvSpPr/>
          <p:nvPr/>
        </p:nvSpPr>
        <p:spPr>
          <a:xfrm>
            <a:off x="566280" y="590040"/>
            <a:ext cx="1877400" cy="56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  <a:ea typeface="DejaVu Sans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6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440" cy="588024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System Requirements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69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8320" cy="588024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cxnSp>
        <p:nvCxnSpPr>
          <p:cNvPr id="70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720" cy="91512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3469320" y="2489040"/>
            <a:ext cx="7922520" cy="35539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IN" sz="15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Hardware Requirements: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IN" sz="2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. </a:t>
            </a:r>
            <a:r>
              <a:rPr b="0" lang="en-IN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Hard Disk (minimum 500 GB)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IN" sz="2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.</a:t>
            </a:r>
            <a:r>
              <a:rPr b="0" lang="en-IN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Keyboard and Mouse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IN" sz="15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Software Requirements: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IN" sz="15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• IDE: NetBeans / Eclipse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IN" sz="15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• Java Development Kit (JDK)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400" cy="4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1"/>
          <p:cNvSpPr/>
          <p:nvPr/>
        </p:nvSpPr>
        <p:spPr>
          <a:xfrm>
            <a:off x="566280" y="590040"/>
            <a:ext cx="1877400" cy="56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  <a:ea typeface="DejaVu Sans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75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440" cy="588024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System Design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8320" cy="588024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cxnSp>
        <p:nvCxnSpPr>
          <p:cNvPr id="78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720" cy="91512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3469320" y="2489040"/>
            <a:ext cx="7922520" cy="35539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User Interface Layer: Provides a simple and user-friendly GUI using Java Swing for creating, editing, and viewing notes.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Application Layer: Handles note management, file storage, and data operations.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Data Storage Layer: Saves notes and files securely in a structured format on the local system.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Flow: User inputs → Application processes → Data stored/retrieved → Display output on GUI.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400" cy="4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itle 1"/>
          <p:cNvSpPr/>
          <p:nvPr/>
        </p:nvSpPr>
        <p:spPr>
          <a:xfrm>
            <a:off x="566280" y="590040"/>
            <a:ext cx="1877400" cy="56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  <a:ea typeface="DejaVu Sans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83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440" cy="588024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Module Description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8320" cy="588024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cxnSp>
        <p:nvCxnSpPr>
          <p:cNvPr id="86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720" cy="91512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3469320" y="2489040"/>
            <a:ext cx="7922520" cy="35539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.</a:t>
            </a: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Input Module: Allows users to create, edit, and enter notes or attach files.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2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.</a:t>
            </a: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File Handling Module: Saves, retrieves, and manages notes and files securely.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2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.</a:t>
            </a: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Processing Module: Organizes, searches, and updates notes and files as per user actions.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2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.</a:t>
            </a: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Output Module: Displays notes and files in a user-friendly interface for easy access.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400" cy="4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itle 1"/>
          <p:cNvSpPr/>
          <p:nvPr/>
        </p:nvSpPr>
        <p:spPr>
          <a:xfrm>
            <a:off x="566280" y="590040"/>
            <a:ext cx="1877400" cy="56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  <a:ea typeface="DejaVu Sans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91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440" cy="588024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Algorithm / Flowchart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8320" cy="588024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cxnSp>
        <p:nvCxnSpPr>
          <p:cNvPr id="94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720" cy="91512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3469320" y="2489040"/>
            <a:ext cx="7922520" cy="35539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1. Start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2. Initialize variables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3. Input data from the user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4. Process data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5. Display output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6. Stop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(Insert flowchart image here)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400" cy="4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Title 1"/>
          <p:cNvSpPr/>
          <p:nvPr/>
        </p:nvSpPr>
        <p:spPr>
          <a:xfrm>
            <a:off x="566280" y="590040"/>
            <a:ext cx="1877400" cy="56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  <a:ea typeface="DejaVu Sans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" descr=""/>
          <p:cNvPicPr/>
          <p:nvPr/>
        </p:nvPicPr>
        <p:blipFill>
          <a:blip r:embed="rId2"/>
          <a:stretch/>
        </p:blipFill>
        <p:spPr>
          <a:xfrm>
            <a:off x="7469280" y="1980000"/>
            <a:ext cx="2790360" cy="406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100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440" cy="588024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Implementation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102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8320" cy="588024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cxnSp>
        <p:nvCxnSpPr>
          <p:cNvPr id="103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720" cy="91512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3469320" y="2385720"/>
            <a:ext cx="7922520" cy="35539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fontScale="925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Techniques Used: 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32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.</a:t>
            </a: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Loops and conditional statements for menu and navigation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2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.</a:t>
            </a: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Functions for modular design (add, edit, delete, search notes)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2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.</a:t>
            </a: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Arrays to store notes temporarily in memory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2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.</a:t>
            </a: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File handling (fopen, fclose, fprintf, fscanf) to save and retrieve notes and files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400" cy="4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itle 1"/>
          <p:cNvSpPr/>
          <p:nvPr/>
        </p:nvSpPr>
        <p:spPr>
          <a:xfrm>
            <a:off x="566280" y="590040"/>
            <a:ext cx="1877400" cy="56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  <a:ea typeface="DejaVu Sans"/>
              </a:rPr>
              <a:t>Java 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10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440" cy="588024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Output Screens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110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8320" cy="588024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cxnSp>
        <p:nvCxnSpPr>
          <p:cNvPr id="111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720" cy="91512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3469320" y="2489040"/>
            <a:ext cx="7922520" cy="35539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400" cy="4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itle 1"/>
          <p:cNvSpPr/>
          <p:nvPr/>
        </p:nvSpPr>
        <p:spPr>
          <a:xfrm>
            <a:off x="566280" y="590040"/>
            <a:ext cx="1877400" cy="56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  <a:ea typeface="DejaVu Sans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" descr=""/>
          <p:cNvPicPr/>
          <p:nvPr/>
        </p:nvPicPr>
        <p:blipFill>
          <a:blip r:embed="rId2"/>
          <a:stretch/>
        </p:blipFill>
        <p:spPr>
          <a:xfrm rot="21597000">
            <a:off x="2880360" y="2161080"/>
            <a:ext cx="4319640" cy="230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" descr=""/>
          <p:cNvPicPr/>
          <p:nvPr/>
        </p:nvPicPr>
        <p:blipFill>
          <a:blip r:embed="rId3"/>
          <a:stretch/>
        </p:blipFill>
        <p:spPr>
          <a:xfrm>
            <a:off x="7380000" y="2049120"/>
            <a:ext cx="4595400" cy="2450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11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440" cy="588024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Results &amp; Discussion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8320" cy="588024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cxnSp>
        <p:nvCxnSpPr>
          <p:cNvPr id="121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720" cy="91512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3240000" y="2160000"/>
            <a:ext cx="8459640" cy="3959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Results: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The application allows users to add, save, load, and delete notes successfully.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Notes are stored in a file and displayed properly in the table.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Discussion: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The system is simple and easy to use with Java Swing and file handling.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It can be improved by storing full content and adding more features.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400" cy="4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itle 1"/>
          <p:cNvSpPr/>
          <p:nvPr/>
        </p:nvSpPr>
        <p:spPr>
          <a:xfrm>
            <a:off x="566280" y="590040"/>
            <a:ext cx="1877400" cy="56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  <a:ea typeface="DejaVu Sans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126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440" cy="588024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Conclusion &amp; Future Enhancement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8320" cy="588024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cxnSp>
        <p:nvCxnSpPr>
          <p:cNvPr id="129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720" cy="91512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148920" y="2129400"/>
            <a:ext cx="8639640" cy="4139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fontScale="850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Conclusion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The Digital Note Organizer successfully manages notes and stores them using file handling.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This project helps in understanding Java Swing, file operations, and basic system design.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Future Enhancement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Add more features like saving full note content and search option.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Improve the system using a database and better user interface.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 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400" cy="4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Title 1"/>
          <p:cNvSpPr/>
          <p:nvPr/>
        </p:nvSpPr>
        <p:spPr>
          <a:xfrm>
            <a:off x="566280" y="590040"/>
            <a:ext cx="1877400" cy="56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  <a:ea typeface="DejaVu Sans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134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440" cy="588024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References / Acknowledgement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8320" cy="588024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cxnSp>
        <p:nvCxnSpPr>
          <p:cNvPr id="137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720" cy="91512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2772720" y="1980000"/>
            <a:ext cx="8819640" cy="4139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fontScale="775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References: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.Java: The Complete Reference – Herbert Schildt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.Java Programming Books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.W3Schools-java Basics and Emamples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Acknowledgement: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I thank my teacher and college for giving me this opportunity to do this project.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I also thank my friends and online resources for their support.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eeeeee"/>
                </a:solidFill>
                <a:effectLst/>
                <a:uFillTx/>
                <a:latin typeface="Tw Cen MT"/>
              </a:rPr>
              <a:t> 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9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400" cy="4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Title 1"/>
          <p:cNvSpPr/>
          <p:nvPr/>
        </p:nvSpPr>
        <p:spPr>
          <a:xfrm>
            <a:off x="566280" y="590040"/>
            <a:ext cx="1877400" cy="56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  <a:ea typeface="DejaVu Sans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142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7600" y="321840"/>
            <a:ext cx="11550600" cy="62139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  <a:ea typeface="DejaVu Sans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103291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eeeeee"/>
                </a:solidFill>
                <a:effectLst/>
                <a:uFillTx/>
                <a:latin typeface="Tw Cen MT Condensed"/>
              </a:rPr>
              <a:t>Thank You</a:t>
            </a:r>
            <a:endParaRPr b="0" lang="en-IN" sz="50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cxnSp>
        <p:nvCxnSpPr>
          <p:cNvPr id="144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761760" y="826200"/>
            <a:ext cx="720" cy="915120"/>
          </a:xfrm>
          <a:prstGeom prst="straightConnector1">
            <a:avLst/>
          </a:prstGeom>
          <a:ln w="19080">
            <a:solidFill>
              <a:srgbClr val="1cade4">
                <a:lumMod val="20000"/>
                <a:lumOff val="80000"/>
              </a:srgbClr>
            </a:solidFill>
            <a:round/>
          </a:ln>
        </p:spPr>
      </p:cxn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10329120" cy="386208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1289</TotalTime>
  <Application>LibreOffice/25.2.7.2$Windows_X86_64 LibreOffice_project/5cbfd1ab6520636bb5f7b99185aa69bd7456825d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en-IN</dc:language>
  <cp:lastModifiedBy/>
  <dcterms:modified xsi:type="dcterms:W3CDTF">2026-04-14T11:43:51Z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r8>14</vt:r8>
  </property>
</Properties>
</file>